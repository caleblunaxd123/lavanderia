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B5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0B57D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LAVANDERÍA LAVIXA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del Sistema — Semana 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operativo: Pedidos · Cuadre de Caja · Clientes y fidelización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09728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Mequias Inosencio Canavire Aguilar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Caleb Luna — LunaIT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11 / Domingo 12 de julio,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comprometió para esta semana?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Acta de Conformidad y Alcance — Semana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731520" cy="73152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476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181965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25856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seguimiento por área, tickets, búsqueda rápida y alertas de recojo.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64992"/>
            <a:ext cx="731520" cy="73152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3649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323697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de Caja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74520" y="367588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reales por método de pago, gastos categorizados y utilidad neta automática.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782312"/>
            <a:ext cx="731520" cy="73152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7823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465429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fidelización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74520" y="509320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 de clientes y sistema de puntos por compra.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hoy: mostrar los 3 módulos ya funcionando de punta a punta, con datos reales.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Lavandería Lavixa — Avance Semana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3D9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02920" cy="5029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Pedidos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inicio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negocio en tiempo real: pedidos activos, listos para recojo, ventas del día y cuántas prendas hay en cada área del proceso — todo en una sola pantalla, sin cuadernos ni Excel.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5532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solo, cada 30 segundos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6008" y="612648"/>
            <a:ext cx="7050024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F2937">
                <a:alpha val="22000"/>
              </a:srgbClr>
            </a:outerShdw>
          </a:effectLst>
        </p:spPr>
      </p:sp>
      <p:pic>
        <p:nvPicPr>
          <p:cNvPr id="11" name="Image 0" descr="C:/Users/Caleb/AppData/Local/Temp/claude/C--Proyectos-Encuesta/d074e81f-75ee-4f49-a68b-3ee6adfb2da6/scratchpad/capturas/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685800"/>
            <a:ext cx="6903720" cy="43159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091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Dashboard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pedidos, con filtros reales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161288"/>
            <a:ext cx="8101584" cy="510235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F2937">
                <a:alpha val="22000"/>
              </a:srgbClr>
            </a:outerShdw>
          </a:effectLst>
        </p:spPr>
      </p:sp>
      <p:pic>
        <p:nvPicPr>
          <p:cNvPr id="6" name="Image 0" descr="C:/Users/Caleb/AppData/Local/Temp/claude/C--Proyectos-Encuesta/d074e81f-75ee-4f49-a68b-3ee6adfb2da6/scratchpad/capturas/pedi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955280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15400" y="1444752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0" y="13716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directa por N° de ticket, nombre, celular o DNI.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15400" y="2359152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0" y="22860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Pestañas: Pendientes, Otros, Últimos y por Fecha.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915400" y="3273552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0" y="32004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mensual de pedidos, visible de un vistazo.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15400" y="4187952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0" y="4114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de pedidos urgentes.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15400" y="5102352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0" y="5029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de avanzar de área con un clic, sin abrir el detalle.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Pedidos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seguimiento completo de cada pedido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proceso, fecha de entrega, cobros e ítems — todo en un solo lugar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93008" y="1389888"/>
            <a:ext cx="5266944" cy="5175504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F2937">
                <a:alpha val="22000"/>
              </a:srgbClr>
            </a:outerShdw>
          </a:effectLst>
        </p:spPr>
      </p:sp>
      <p:pic>
        <p:nvPicPr>
          <p:cNvPr id="5" name="Image 0" descr="C:/Users/Caleb/AppData/Local/Temp/claude/C--Proyectos-Encuesta/d074e81f-75ee-4f49-a68b-3ee6adfb2da6/scratchpad/capturas/pedido_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463040"/>
            <a:ext cx="512064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→ Lavado → Secado → Doblado → Control de calidad → Empacado.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parcial o total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pendiente siempre visible; no se puede entregar sin cobrar.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visible cuando el cliente pagó por atención prioritaria.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Detalle de pedido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502920"/>
            <a:ext cx="502920" cy="5029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49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un pedido nuevo en menos de 1 minuto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4721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cliente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093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trajo?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715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recojo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/ urgencia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959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inicial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modalidades: Tienda, Recojo o Delivery — el sistema pide celular y dirección solo cuando corresponde.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98848" y="1161288"/>
            <a:ext cx="7187184" cy="4581144"/>
          </a:xfrm>
          <a:prstGeom prst="roundRect">
            <a:avLst>
              <a:gd name="adj" fmla="val 1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F2937">
                <a:alpha val="22000"/>
              </a:srgbClr>
            </a:outerShdw>
          </a:effectLst>
        </p:spPr>
      </p:sp>
      <p:pic>
        <p:nvPicPr>
          <p:cNvPr id="22" name="Image 0" descr="C:/Users/Caleb/AppData/Local/Temp/claude/C--Proyectos-Encuesta/d074e81f-75ee-4f49-a68b-3ee6adfb2da6/scratchpad/capturas/registr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34440"/>
            <a:ext cx="7040880" cy="44348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Registrar pedido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Cuadre de Caja diario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5488" y="1161288"/>
            <a:ext cx="7187184" cy="510235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F2937">
                <a:alpha val="22000"/>
              </a:srgbClr>
            </a:outerShdw>
          </a:effectLst>
        </p:spPr>
      </p:sp>
      <p:pic>
        <p:nvPicPr>
          <p:cNvPr id="6" name="Image 0" descr="C:/Users/Caleb/AppData/Local/Temp/claude/C--Proyectos-Encuesta/d074e81f-75ee-4f49-a68b-3ee6adfb2da6/scratchpad/capturas/cuadre_ca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040880" cy="4956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141732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0" y="14904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37.50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46720" y="2039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reales del día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265176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6720" y="27249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25.00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46720" y="3273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categorizados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38862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46720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12.50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046720" y="4507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neta automática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51663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lo que es efectivo físico de lo que llega por Yape, Plin, transferencia o POS — el cuadre solo exige cuadrar el efectivo.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Cuadre de Caja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A3D91"/>
          </a:solidFill>
          <a:ln/>
        </p:spPr>
      </p:sp>
      <p:sp>
        <p:nvSpPr>
          <p:cNvPr id="3" name="Shape 1"/>
          <p:cNvSpPr/>
          <p:nvPr/>
        </p:nvSpPr>
        <p:spPr>
          <a:xfrm>
            <a:off x="8485632" y="502920"/>
            <a:ext cx="502920" cy="5029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85632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85632" y="11887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 y fidelización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85632" y="19659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con su historial de compras y puntos acumulados. Búsqueda inmediata por nombre, celular o DNI al momento de registrar un pedido.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85632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construido, listo para Semana 2: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85632" y="4114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recompra y cumpleaños próximos.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" y="749808"/>
            <a:ext cx="7187184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F2937">
                <a:alpha val="22000"/>
              </a:srgbClr>
            </a:outerShdw>
          </a:effectLst>
        </p:spPr>
      </p:sp>
      <p:pic>
        <p:nvPicPr>
          <p:cNvPr id="10" name="Image 0" descr="C:/Users/Caleb/AppData/Local/Temp/claude/C--Proyectos-Encuesta/d074e81f-75ee-4f49-a68b-3ee6adfb2da6/scratchpad/capturas/cl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7040880" cy="44439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Clientes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50976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Además de lo comprometido, ya avanzamos en...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de la Semana 1 — no exigido por el acta, pero ya construido y funcionando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soporta varias sucursales del mismo negocio, cada una con su propia caja.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8562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línea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puede pagar por WhatsApp con tarjeta o Yape, sin pagarle en efectivo al repartidor.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18562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repartidor a pedidos Delivery, visible para el cliente en su seguimiento.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3639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SLA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de cada área del proceso comparado contra la meta — detecta cuellos de botella.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4747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70332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639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gerencial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cobros pendientes y utilidad del mes en una sola pantalla.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4747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703320"/>
            <a:ext cx="457200" cy="457200"/>
          </a:xfrm>
          <a:prstGeom prst="ellipse">
            <a:avLst/>
          </a:prstGeom>
          <a:solidFill>
            <a:srgbClr val="0B57D0"/>
          </a:solidFill>
          <a:ln/>
          <a:effectLst>
            <a:outerShdw sx="100000" sy="100000" kx="0" ky="0" algn="bl" rotWithShape="0" blurRad="76200" dist="25400" dir="5400000">
              <a:srgbClr val="0A3D9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753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3639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SUNAT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configuración y pruebas — conexión directa, sin operador externo.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Lavandería Lavixa — Avance Semana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0" y="651052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LunaIT Solution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B57D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— Semana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18 / Domingo 19 de julio — checklist parcial y Cuota 2 (~20/07)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94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descuentos configurables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85292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614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permisos por módulo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41985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28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ventas, gastos y servicios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98678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89534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generales del negocio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0"/>
          </a:xfrm>
          <a:prstGeom prst="line">
            <a:avLst/>
          </a:prstGeom>
          <a:noFill/>
          <a:ln w="12700">
            <a:solidFill>
              <a:srgbClr val="3E5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confianza.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Caleb Luna — LunaIT Solution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2026-07-13T05:14:14Z</dcterms:created>
  <dcterms:modified xsi:type="dcterms:W3CDTF">2026-07-13T05:14:14Z</dcterms:modified>
</cp:coreProperties>
</file>