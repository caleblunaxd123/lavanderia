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8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Da la bienvenida: "Hoy vamos a aprender a usar el sistema de la lavandería, paso a paso. No te preocupes si es tu primera vez: es fácil y lo haremos juntas."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 el recorrido: "Vamos a ver estos 10 temas. Al final tendrás claro todo tu trabajo del día en el sistema."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rol completo. Aclara: "El sistema NO cambia tu trabajo, solo lo ordena: todo queda registrado y el cliente puede seguir su pedido."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en vivo el login. Recalca: usuario/clave personales, y elegir Sede Principal. Si alguien no puede entrar, el administrador restablece la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su tablero real. Señala cada módulo del menú. Aclara que no ve Ajustes/Reportes/Inventario a propósito, para que sea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los 5 pasos en vivo registrando un pedido de ejemplo. Enfatiza: nombre + celular del cliente, agregar cada servicio, fecha de entrega, y el pago (puede ser parcial).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las 3 modalidades resaltando la diferencia clave: RECOJO = la lavandería VA a la casa del cliente a recoger la ropa (entra a domicilio); DELIVERY = la lavandería LLEVA la ropa limpia (sale a domicilio); TIENDA = todo en el local. Recojo y Delivery piden dirección y suman una tarifa. En Delivery además marcas el punto en el mapa. Menciona "Convertir a Delivery" desde un pedido ya creado.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un ticket real impreso. Explica que es el comprobante de recojo del cliente y cómo reimprimir si se pierde.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concepto de áreas con la barra. La idea: el sistema refleja dónde está físicamente la ropa. Así todos saben en qué va cada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en vivo: abrir un pedido, "Avanzar a Lavado", luego "Cobrar". Deja claro que cobrar y avanzar son cosas distintas pero ambas se hacen desde el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delivery: el botón de WhatsApp manda el "en camino" con link y datos de Yape. Muestra dónde está. El repartidor puede mostrar el QR de Yape al cobrar.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cuadre con calma (es lo que más asusta). Insiste: en el paso 1 solo va EFECTIVO. Si no cuadra, revisar cobros/gastos y avisar al encargado. Es normal repasarlo.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en un pedido pagado los botones Emitir Boleta / Emitir Factura. Regla simple: DNI→Boleta, RUC→Factura. Si el DNI es inválido, el sistema avisa. La </a:t>
            </a:r>
            <a:r>
              <a:rPr lang="en-US" dirty="0" err="1"/>
              <a:t>guía</a:t>
            </a:r>
            <a:r>
              <a:rPr lang="en-US" dirty="0"/>
              <a:t> de remisión se emite desde un comprobante aceptado (poco frecuente).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la parte operativa con las reglas de oro. Refuerza registrar a tiempo, fotos de evidencia, y contar el efectivo en el cuadre.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ánimo. Ofrece resolver dudas y recuerda que puede repasar este manual cuando quiera.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46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A4A7A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474720"/>
            <a:ext cx="4114800" cy="4114800"/>
          </a:xfrm>
          <a:prstGeom prst="ellipse">
            <a:avLst/>
          </a:prstGeom>
          <a:solidFill>
            <a:srgbClr val="0E3A66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548640" y="502920"/>
            <a:ext cx="502920" cy="502920"/>
          </a:xfrm>
          <a:prstGeom prst="roundRect">
            <a:avLst>
              <a:gd name="adj" fmla="val 47273"/>
            </a:avLst>
          </a:prstGeom>
          <a:solidFill>
            <a:srgbClr val="053465"/>
          </a:solidFill>
          <a:ln w="31750">
            <a:solidFill>
              <a:srgbClr val="FCD76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LAVIXA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Lavandería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26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del Trabajador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registrar pedidos, hacer seguimiento, cobrar en caja y emitir comprobantes en el sistema LaviSystem.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755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Lavandería Lavixa · Comas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verás en este manual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46504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82496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11680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tareas harás cada día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1948" y="1746504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1948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54596" y="1682496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al sistema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54596" y="2011680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clave y elegir sede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523744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715768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65176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pantalla de inicio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980944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que verás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2523744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1948" y="2715768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194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54596" y="2651760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un pedido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54596" y="2980944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pasos + Tienda/Recojo/Delivery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493008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685032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621024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950208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y entregar al cliente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7356" y="3493008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1948" y="3685032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1948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54596" y="3621024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por áreas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54596" y="3950208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el pedido hasta la entrega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462272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4654296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459028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4919472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el pago del cliente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77356" y="4462272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41948" y="4654296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1948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054596" y="4590288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de caja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054596" y="4919472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día en 3 pasos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431536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13232" y="5623560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13232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325880" y="5559552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 y facturas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1325880" y="5888736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comprobantes (APISUNAT)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277356" y="5431536"/>
            <a:ext cx="5362956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441948" y="5623560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41948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054596" y="5559552"/>
            <a:ext cx="4448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7054596" y="5888736"/>
            <a:ext cx="44485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comunes con respuesta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harás con el sistema?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trabajador de Lavixa, el sistema te acompaña en 5 tareas del día a día: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457200" cy="457200"/>
          </a:xfrm>
          <a:prstGeom prst="ellipse">
            <a:avLst/>
          </a:prstGeom>
          <a:solidFill>
            <a:srgbClr val="E9F6F8"/>
          </a:solidFill>
          <a:ln w="19050">
            <a:solidFill>
              <a:srgbClr val="06B0B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7889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pedidos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36392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lo que trae el cliente, el precio y cuándo lo recoge.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7304" y="19659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3336" y="2221992"/>
            <a:ext cx="457200" cy="457200"/>
          </a:xfrm>
          <a:prstGeom prst="ellipse">
            <a:avLst/>
          </a:prstGeom>
          <a:solidFill>
            <a:srgbClr val="E9F6F8"/>
          </a:solidFill>
          <a:ln w="19050">
            <a:solidFill>
              <a:srgbClr val="06B0B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3336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3336" y="27889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el avance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93336" y="3136392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el pedido por las áreas (lavado, secado…) hasta la entrega.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221992"/>
            <a:ext cx="457200" cy="457200"/>
          </a:xfrm>
          <a:prstGeom prst="ellipse">
            <a:avLst/>
          </a:prstGeom>
          <a:solidFill>
            <a:srgbClr val="E9F6F8"/>
          </a:solidFill>
          <a:ln w="19050">
            <a:solidFill>
              <a:srgbClr val="06B0B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820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82000" y="27889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y cobrar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3136392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el saldo y entregar la ropa al cliente.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279392"/>
            <a:ext cx="457200" cy="457200"/>
          </a:xfrm>
          <a:prstGeom prst="ellipse">
            <a:avLst/>
          </a:prstGeom>
          <a:solidFill>
            <a:srgbClr val="E9F6F8"/>
          </a:solidFill>
          <a:ln w="19050">
            <a:solidFill>
              <a:srgbClr val="06B0B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8463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193792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entregas a domicilio y avisar al cliente por WhatsApp.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7304" y="40233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3336" y="4279392"/>
            <a:ext cx="457200" cy="457200"/>
          </a:xfrm>
          <a:prstGeom prst="ellipse">
            <a:avLst/>
          </a:prstGeom>
          <a:solidFill>
            <a:srgbClr val="E9F6F8"/>
          </a:solidFill>
          <a:ln w="19050">
            <a:solidFill>
              <a:srgbClr val="06B0B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3336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93336" y="48463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de caja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4593336" y="5193792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 caja al final del día.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5968" y="4023360"/>
            <a:ext cx="35143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2000" y="4279392"/>
            <a:ext cx="457200" cy="457200"/>
          </a:xfrm>
          <a:prstGeom prst="ellipse">
            <a:avLst/>
          </a:prstGeom>
          <a:solidFill>
            <a:srgbClr val="E9F6F8"/>
          </a:solidFill>
          <a:ln w="19050">
            <a:solidFill>
              <a:srgbClr val="06B0B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8200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82000" y="48463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Boletas y facturas</a:t>
            </a:r>
            <a:endParaRPr lang="en-US" sz="1550" dirty="0"/>
          </a:p>
        </p:txBody>
      </p:sp>
      <p:sp>
        <p:nvSpPr>
          <p:cNvPr id="34" name="Text 32"/>
          <p:cNvSpPr txBox="1"/>
          <p:nvPr/>
        </p:nvSpPr>
        <p:spPr>
          <a:xfrm>
            <a:off x="8382000" y="5193792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 el comprobante electrónico del pedido.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Ingresar al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9968"/>
            <a:ext cx="502920" cy="50292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8366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enlace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al enlace del sistema en el navegador (Chrome). Guárdalo en favoritos.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64408"/>
            <a:ext cx="502920" cy="50292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181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usuario y clave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474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usuario y contraseña que te dio el administrador. El ojo 👁 te deja ver la clave.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6766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498848"/>
            <a:ext cx="502920" cy="50292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98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525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sede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091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"Sede Principal". Con eso entras a tu pantalla de inicio.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80960" y="173736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7D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Consejo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23774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clave es personal. No la compartas.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 equivocas de sede, puedes cambiarla arriba a la izquierda ("Sede activa").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olvidas tu clave, pídele al administrador que la restablezca.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PANTALLA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Tu inicio y tus módulos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entrar verás tu tablero. En el menú de la izquierda solo aparecen TUS módulos: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34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03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346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2508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88920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día: pedidos, pendientes y avisos.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7304" y="1965960"/>
            <a:ext cx="351434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3336" y="2203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346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93336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60264" y="2240280"/>
            <a:ext cx="2508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Pedidos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3336" y="2788920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pedidos; buscarlos y avanzarlos de área.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1965960"/>
            <a:ext cx="351434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203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346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200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48928" y="2240280"/>
            <a:ext cx="2508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82000" y="2788920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pedido nuevo.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51434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39867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346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023360"/>
            <a:ext cx="2508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Cuadre de Caja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572000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la caja del día.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37304" y="3749040"/>
            <a:ext cx="351434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3336" y="39867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346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93336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60264" y="4023360"/>
            <a:ext cx="2508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93336" y="4572000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y registrar clientes.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5968" y="3749040"/>
            <a:ext cx="351434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82000" y="39867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5346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820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948928" y="4023360"/>
            <a:ext cx="2508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82000" y="4572000"/>
            <a:ext cx="300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boletas y facturas emitidas.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verás Ajustes, Reportes ni Inventario: esos son del administrador. Tú te enfocas en atender y registrar.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Registrar un pedido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"Registrar". La pantalla te </a:t>
            </a:r>
            <a:r>
              <a:rPr lang="en-US" sz="1500" dirty="0" err="1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</a:t>
            </a: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5 pasos, de arriba hacia abajo: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865376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cliente.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al cliente por nombre/celular o escríbelo nuevo (nombre y celular). El celular sirve para avisarle por WhatsApp.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23744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trajo?.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servicio (ej. lavado por kilo) y "Agregar". Repite por cada prenda. Puedes tomar una foto de la prenda.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82112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estará listo?.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la fecha y hora de entrega (o usa los botones rápidos: En 24h, 48h…).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84048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(si aplica).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un código de promoción o marca "urgente" solo si corresponde.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498848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cuánto paga ahora (puede ser a cuenta). Deja marcado "Enviar confirmación por WhatsApp".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9F6F8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523036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terminar: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"Registrar pedido"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(arriba a la derecha). Se genera el pedido y su ticket.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Tienda, Recojo o Delivery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del pedido eliges cómo se mueve la ropa. Según la modalidad cambia lo que pide el Paso 3: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86000"/>
            <a:ext cx="3002280" cy="548640"/>
          </a:xfrm>
          <a:prstGeom prst="roundRect">
            <a:avLst>
              <a:gd name="adj" fmla="val 13333"/>
            </a:avLst>
          </a:prstGeom>
          <a:solidFill>
            <a:srgbClr val="06B0B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28600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pasa en el local: el cliente trae su ropa y la recoge en la tienda. Es lo más común y no tiene costo de transporte.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7304" y="201168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3336" y="2286000"/>
            <a:ext cx="3002280" cy="548640"/>
          </a:xfrm>
          <a:prstGeom prst="roundRect">
            <a:avLst>
              <a:gd name="adj" fmla="val 13333"/>
            </a:avLst>
          </a:prstGeom>
          <a:solidFill>
            <a:srgbClr val="0A4A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3336" y="228600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Recojo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1624" y="306324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Recojo a domicilio: la lavandería VA a la casa del cliente a recoger su ropa. Pide la dirección de recojo y suma una tarifa de recojo.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5968" y="2011680"/>
            <a:ext cx="351434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2286000"/>
            <a:ext cx="3002280" cy="548640"/>
          </a:xfrm>
          <a:prstGeom prst="roundRect">
            <a:avLst>
              <a:gd name="adj" fmla="val 13333"/>
            </a:avLst>
          </a:prstGeom>
          <a:solidFill>
            <a:srgbClr val="FCD76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2000" y="2286000"/>
            <a:ext cx="300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00288" y="3063240"/>
            <a:ext cx="2965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 domicilio: la lavandería LLEVA la ropa limpia a la casa del cliente. Pide dirección, distrito y punto en el mapa, y suma la tarifa de envío.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7D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212080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¿Ya registraste en Tienda y el cliente quiere delivery?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pedido y usa "Convertir a Delivery": se agrega la tarifa y conviene reimprimir el ticket.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REGISTRAR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ticket del pedido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el ticket.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registrar se abre el ticket. Pulsa "Imprimir ticket" en tu impresora térmica.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Entrégaselo al cliente.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su comprobante para recoger. Cualquier persona que lo presente puede recoger.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94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¿Necesitas otra copia?.  </a:t>
            </a: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pedido y usa "Reimprimir ticket".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55280" y="169164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552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SERVICIO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50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229600" y="2788920"/>
            <a:ext cx="3017520" cy="0"/>
          </a:xfrm>
          <a:prstGeom prst="line">
            <a:avLst/>
          </a:prstGeom>
          <a:noFill/>
          <a:ln w="12700">
            <a:solidFill>
              <a:srgbClr val="1C27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8803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: 24 de agosto, 10:11 am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: 24 de agosto, 06:00 pm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: Yolanda Jaime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 al agua por kilo   3.5   12.25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4800600"/>
            <a:ext cx="3017520" cy="0"/>
          </a:xfrm>
          <a:prstGeom prst="line">
            <a:avLst/>
          </a:prstGeom>
          <a:noFill/>
          <a:ln w="12700">
            <a:solidFill>
              <a:srgbClr val="1C27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PENDIENTE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5257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12.30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 avance por áreas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pedido pasa por áreas hasta la entrega. En el pedido verás esta barra de avance: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40902" y="2798064"/>
            <a:ext cx="9507147" cy="0"/>
          </a:xfrm>
          <a:prstGeom prst="line">
            <a:avLst/>
          </a:prstGeom>
          <a:noFill/>
          <a:ln w="25400">
            <a:solidFill>
              <a:srgbClr val="C7D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7438" y="2514600"/>
            <a:ext cx="566928" cy="566928"/>
          </a:xfrm>
          <a:prstGeom prst="ellipse">
            <a:avLst/>
          </a:prstGeom>
          <a:solidFill>
            <a:srgbClr val="053465"/>
          </a:solidFill>
          <a:ln w="25400">
            <a:solidFill>
              <a:srgbClr val="0534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7438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41963" y="25146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41963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33165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26487" y="25146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26487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17689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11012" y="25146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1012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02214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Doblado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95537" y="25146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95537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86738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80061" y="25146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80061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71263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Embolsado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564586" y="2514600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64586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55787" y="3154680"/>
            <a:ext cx="15845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526280"/>
            <a:ext cx="105430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pedido empieza en Recepción.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lo vas moviendo al área siguiente conforme avanza el trabajo real (lo lavaste → pásalo a Secado, etc.).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a Entrega, el pedido está listo para darlo al cliente.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Avanzar, cobrar y entregar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10512"/>
            <a:ext cx="9902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pedido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30552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"Lista de Pedidos" búscalo (N°, nombre, celular o DNI) y ábrelo. También puedes usar el botón verde "Pasar a…" desde la lista.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90088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71216"/>
            <a:ext cx="9902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 de área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91256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pedido pulsa el botón azul "Avanzar a [siguiente área]". Repite hasta llegar a Entrega.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13048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50792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31920"/>
            <a:ext cx="9902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el saldo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51960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cliente paga, pulsa "Cobrar S/ …" y registra el pago. El pedido queda "Pagado".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1109167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11496"/>
            <a:ext cx="457200" cy="45720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992624"/>
            <a:ext cx="9902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la ropa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312664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pedido en Entrega y pagado, entrégalo. (Guarda el ticket del cliente.)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Avisar al cliente (WhatsApp)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12264"/>
            <a:ext cx="502920" cy="502920"/>
          </a:xfrm>
          <a:prstGeom prst="ellipse">
            <a:avLst/>
          </a:prstGeom>
          <a:solidFill>
            <a:srgbClr val="E7F9EE"/>
          </a:solidFill>
          <a:ln w="19050">
            <a:solidFill>
              <a:srgbClr val="147A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12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659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seguimiento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pedido delivery, el botón verde de WhatsApp envía al cliente un mensaje "va en camino" con el enlace para seguir su pedido.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3438144"/>
            <a:ext cx="502920" cy="502920"/>
          </a:xfrm>
          <a:prstGeom prst="ellipse">
            <a:avLst/>
          </a:prstGeom>
          <a:solidFill>
            <a:srgbClr val="E7F9EE"/>
          </a:solidFill>
          <a:ln w="19050">
            <a:solidFill>
              <a:srgbClr val="147A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29184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por Yape / Plin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65760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incluye el saldo pendiente y el número de Yape/Plin. En la puerta puedes mostrar el QR de Yape al cliente.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9167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764024"/>
            <a:ext cx="502920" cy="502920"/>
          </a:xfrm>
          <a:prstGeom prst="ellipse">
            <a:avLst/>
          </a:prstGeom>
          <a:solidFill>
            <a:srgbClr val="E7F9EE"/>
          </a:solidFill>
          <a:ln w="19050">
            <a:solidFill>
              <a:srgbClr val="147A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1772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 entrega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98348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entrega, marca el pedido como entregado igual que en tienda.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DÍA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Cuadre de caja (3 pasos)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"Cuadre de Caja". Sirve para revisar el dinero y cerrar el día. Son 3 bloques: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221992"/>
            <a:ext cx="502920" cy="50292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03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efectivo en caja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83280"/>
            <a:ext cx="3002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el efectivo y compáralo con lo que debería haber. El sistema te dice si CUADRA, SOBRA o FALTA.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4983480"/>
            <a:ext cx="3002280" cy="640080"/>
          </a:xfrm>
          <a:prstGeom prst="roundRect">
            <a:avLst>
              <a:gd name="adj" fmla="val 8571"/>
            </a:avLst>
          </a:prstGeom>
          <a:solidFill>
            <a:srgbClr val="FFF7D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5029200"/>
            <a:ext cx="2746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efectivo. Yape, Plin, transferencia y tarjeta NO van aquí.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7304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3336" y="2221992"/>
            <a:ext cx="502920" cy="50292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3336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93336" y="28803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día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93336" y="3383280"/>
            <a:ext cx="3002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lo cobrado por cada método (efectivo, Yape/Plin, transferencia, tarjeta) y la ganancia. Aquí registras gastos.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93336" y="4983480"/>
            <a:ext cx="3002280" cy="640080"/>
          </a:xfrm>
          <a:prstGeom prst="roundRect">
            <a:avLst>
              <a:gd name="adj" fmla="val 8571"/>
            </a:avLst>
          </a:prstGeom>
          <a:solidFill>
            <a:srgbClr val="FFF7D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21352" y="5029200"/>
            <a:ext cx="2746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resumen: no escribes montos.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5968" y="1965960"/>
            <a:ext cx="3514344" cy="3794760"/>
          </a:xfrm>
          <a:prstGeom prst="roundRect">
            <a:avLst>
              <a:gd name="adj" fmla="val 26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82000" y="2221992"/>
            <a:ext cx="502920" cy="502920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820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82000" y="2880360"/>
            <a:ext cx="300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día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382000" y="3383280"/>
            <a:ext cx="3002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cuánto retiras (si retiras) y cuánto queda en caja para mañana. Guarda el cierre.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82000" y="4983480"/>
            <a:ext cx="3002280" cy="640080"/>
          </a:xfrm>
          <a:prstGeom prst="roundRect">
            <a:avLst>
              <a:gd name="adj" fmla="val 8571"/>
            </a:avLst>
          </a:prstGeom>
          <a:solidFill>
            <a:srgbClr val="FFF7D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10016" y="5029200"/>
            <a:ext cx="2746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la caja lista para mañana.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puedes elegir "Solo mi turno" o "Toda la caja del día".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Boletas y facturas (APISUNAT)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comprobante se emite desde el pedido, y solo cuando ya está PAGADO.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629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6B0B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2194560"/>
            <a:ext cx="3259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personas.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43200"/>
            <a:ext cx="4850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el DNI del cliente (8 dígitos). Botón "Emitir Boleta".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7356" y="1920240"/>
            <a:ext cx="5362956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3388" y="21488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A4A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3388" y="2148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97596" y="2194560"/>
            <a:ext cx="3259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empresas.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3388" y="2743200"/>
            <a:ext cx="48508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el RUC del cliente (11 dígitos). Botón "Emitir Factura".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9167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emitir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24528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Cobra el pedido (que quede "Pagado").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Abre el pedido → en "Acciones" pulsa "Emitir Boleta" o "Emitir Factura".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 sistema lo envía a SUNAT (APISUNAT). En unos segundos queda ACEPTADO.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Para verlo o descargar el PDF: módulo "Comprobantes electrónicos".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Haz esto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143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siempre nombre y celular del cliente: sirve para avisarle.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pedido apenas llega la ropa, no después.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foto de prendas manchadas o delicadas (evita reclamos).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el pedido de área conforme avanza el trabajo real.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y luego emite la boleta/factura.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1645920"/>
            <a:ext cx="5362956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1676" y="182880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Evita esto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377440"/>
            <a:ext cx="481431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dejes pedidos sin registrar "para después".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compartas tu usuario/clave.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cierres la caja sin contar el efectivo.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entregues sin verificar el ticket y el pago.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comunes (1 de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4650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no tiene DNI ni RUC, ¿le puedo emitir comprobante?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7568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BOLETA puedes emitir con su DNI; si no lo tiene, se puede emitir sin documento. Para FACTURA sí o sí necesitas su RUC (11 dígitos).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43784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0720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¿Emito la boleta antes o después de cobrar?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36392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Después. El botón "Emitir Boleta/Factura" aparece cuando el pedido ya está PAGADO. Primero cobra, luego emite.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58768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22192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equivoqué al registrar un pedido, ¿qué hago?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51376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abrirlo y corregir (agregar ítem, cambiar fecha). Si está muy mal, usa "Anular pedido" y regístralo de nuevo. Avisa al encargado.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90872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73752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837176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paso el pedido de un área a otra?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166360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pedido y pulsa "Avanzar a [área siguiente]" (o el botón verde en la lista). Repite hasta llegar a Entrega.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comunes (2 de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4650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pidió delivery después de registrar en tienda.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75688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pedido y usa "Convertir a Delivery": se agrega la tarifa de envío. Conviene reimprimir el ticket.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98064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76148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caja no cuadra (sobra o falta), ¿qué hago?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090672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el efectivo de nuevo y revisa cobros y gastos en efectivo del día (Yape/tarjeta no cuentan aquí). Si sigue sin cuadrar, anota la diferencia y avisa al encargado.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04488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67912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Olvidé mi contraseña / no puedo entrar.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Pídele al administrador que te la restablezca desde Usuarios. Nunca uses la cuenta de otra persona.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690872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AA7B5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873752"/>
            <a:ext cx="384048" cy="384048"/>
          </a:xfrm>
          <a:prstGeom prst="ellipse">
            <a:avLst/>
          </a:prstGeom>
          <a:solidFill>
            <a:srgbClr val="0534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837176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34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veo Reportes ni puedo cambiar precios.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166360"/>
            <a:ext cx="10085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 </a:t>
            </a: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normal: tu usuario solo tiene tus módulos. Los precios, servicios y reportes los maneja el administrador.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3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A4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¡Estás lista! 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 ya puedes registrar pedidos, hacer seguimiento, cobrar, cuadrar la caja y emitir comprobantes. Cualquier duda, pregunta con confianza.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CD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Lavandería Lavixa · Sistema LaviSystem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2387</Words>
  <Application>Microsoft Office PowerPoint</Application>
  <PresentationFormat>Panorámica</PresentationFormat>
  <Paragraphs>303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Lavandería Lavixa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LunaIT Solution</dc:creator>
  <cp:lastModifiedBy>caleb luna solis</cp:lastModifiedBy>
  <cp:revision>2</cp:revision>
  <dcterms:created xsi:type="dcterms:W3CDTF">2026-08-31T22:15:44Z</dcterms:created>
  <dcterms:modified xsi:type="dcterms:W3CDTF">2026-08-31T22:29:59Z</dcterms:modified>
</cp:coreProperties>
</file>